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냉장고 관리 서비스 '이거먼저'를 소개합니다. 서비스 기획부터 와이어프레임, 웹 데모 구현까지 직접 진행한 미니 프로젝트입니다.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혼자 사는 청년이 냉장고 문을 열고 서 있는 3초를 상상해 주세요. 무엇이 있는지, 언제 샀는지, 어디 뒀는지, 뭐부터 먹어야 하는지 — 이 네 가지에 답할 수 없습니다. 그래서 있는 걸 또 사고, 깊숙한 곳에서 상한 뒤에야 발견해 버립니다.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문제를 푸는 앱은 이미 많았는데, 왜 다 실패했을까요? 기능이 아니라 입력 중단 때문입니다. 일반 앱도 설치 다음 날 74%가 떠나고 30일 뒤엔 6~7%만 남는데, 냉장고 앱은 유통기한을 일일이 타이핑하는 노동까지 요구합니다. 그래서 저는 기능을 더하는 대신 입력을 빼는 것에서 시작했습니다.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그래서 이거먼저는 딱 셋만 남겼습니다. 등록은 이름과 칸 선택으로 3초. 확인은 하루 한 번, 오늘 먼저 챙길 재료 최대 3개만. 그리고 알림 대신 행동 선택지를 줍니다. 전체 재고를 관리하라고 강요하지 않는 게 원칙입니다.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특장점. 유통기한을 몰라도 됩니다. 구매일은 자동으로 오늘이 들어가고, 보관기간은 식약처 소비기한 참고치 기반 기본값이 자동 적용됩니다. 게다가 넣을 칸까지 품목에 따라 자동으로 추천됩니다 — 애호박이면 야채칸, 우유면 냉장칸처럼요. 그래서 사용자가 입력할 날짜는 0개, 이름만 치면 끝나는 '3초 등록'입니다. 기존 앱 이탈의 주범이던 기한 타이핑 자체를 없앴습니다.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특장점. 재료를 텍스트 목록이 아니라 실물 냉장고와 같은 구조의 지도로 보여줍니다. 임박한 재료가 있는 칸에는 배지가 붙어서, 지도만 봐도 어느 칸을 열어야 하는지 알 수 있습니다. '어디 뒀지?'라는 질문이 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특장점이 핵심입니다. 기존 앱의 D-1 경고 알림은 죄책감만 주고 꺼지게 됩니다. 이거먼저는 경고 대신 '오늘 먹기, 냉동하기, 손질하기'라는 선택지를 줍니다. 누르면 그 자리에서 처리가 끝납니다. 기간이 지난 재료에도 '버리기 전 상태 확인'이라는 마지막 선택지를 줘서, 폐기까지 솔직하게 기록하게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타이밍도 좋습니다. 고물가 속에 2030의 70%가 편의점 마감할인을 사고, GS25 마감할인 매출은 1년 만에 5.3배가 됐습니다. 그런데 임박 상품은 기한 안에 못 먹으면 30% 할인이 아니라 100% 손실이 됩니다. 즉 이 절약 트렌드의 성공 조건이 바로 저희가 제공하는 기한 관리입니다. 마감할인 태그가 붙은 재료는 홈에서 우선 관리됩니다.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비즈니스 모델은 정직하게 설계했습니다. 폐기 예방이라는 핵심 가치는 전부 무료입니다. 수익의 주력은 다중 냉장고와 가족 공유 같은 프리미엄 구독이고, 제휴 수수료와 광고는 보조입니다. 저희 서비스는 잘 될수록 중복 구매가 줄어드는 구조라서, 실패하는 구매를 성공하는 구매로 바꾸는 신뢰가 곧 자산입니다. 그래서 스폰서 상품이라도 임박 우선순위는 바꾸지 않습니다.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기대효과는 세 단계입니다. 개인에게는 식비 절감과 냉장고 앞 결정 피로, 재료 버릴 때의 죄책감 해소. 가구 단위로는 기억이 아니라 데이터로 장보는 습관. 그리고 사회적으로는, 국내 음식물쓰레기가 연 500만 톤이 넘는데 가정 폐기를 줄이는 것은 그 처리 비용과 온실가스를 가장 상류에서 줄이는 개입입니다.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이거먼저는 레시피를 추천하는 앱이 아니라, 요리하지 않는 날에도 냉장고를 지키는 도구입니다. 데모는 지금 바로 이 주소에서 써보실 수 있습니다. 들어주셔서 감사합니다.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400" kern="0" dirty="0">
                <a:solidFill>
                  <a:srgbClr val="5BD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SERVICE PITCH  ·  5 MIN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164592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이거먼저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585216" y="2542032"/>
            <a:ext cx="2194560" cy="155448"/>
          </a:xfrm>
          <a:prstGeom prst="rect">
            <a:avLst/>
          </a:prstGeom>
          <a:solidFill>
            <a:srgbClr val="5BD41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7889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8E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속, 오늘 먼저 챙길 재료  🥬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43434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기획 → 와이어프레임 → 웹 데모 구현 미니 프로젝트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0" y="43434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8FA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2026. 07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문을 열고, 3초.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있지?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4709160" y="16916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6916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언제 샀지?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어디 뒀지?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4709160" y="2606040"/>
            <a:ext cx="38862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260604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뭐부터 먹지?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48640" y="39776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네 가지에 답하지 못해 반복되는 두 가지 실패 — </a:t>
            </a:r>
            <a:pPr indent="0" marL="0">
              <a:buNone/>
            </a:pPr>
            <a:r>
              <a:rPr lang="en-US" sz="1500" b="1" dirty="0">
                <a:solidFill>
                  <a:srgbClr val="EF4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중복 구매</a:t>
            </a:r>
            <a:pPr indent="0" marL="0">
              <a:buNone/>
            </a:pPr>
            <a:r>
              <a:rPr lang="en-US" sz="15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와 </a:t>
            </a:r>
            <a:pPr indent="0" marL="0">
              <a:buNone/>
            </a:pPr>
            <a:r>
              <a:rPr lang="en-US" sz="1500" b="1" dirty="0">
                <a:solidFill>
                  <a:srgbClr val="EF4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뒤늦은 폐기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WHY APPS FAILED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앱의 사인은 기능이 아니라 '입력 중단'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3657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EF4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74%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설치 다음 날 이탈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754880" y="1737360"/>
            <a:ext cx="3840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6~7%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4754880" y="28803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30일 뒤 남는 사용자 (모바일 앱 평균)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3611880"/>
            <a:ext cx="8046720" cy="685800"/>
          </a:xfrm>
          <a:prstGeom prst="roundRect">
            <a:avLst>
              <a:gd name="adj" fmla="val 10667"/>
            </a:avLst>
          </a:prstGeom>
          <a:solidFill>
            <a:srgbClr val="E7F9D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61188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앱은 여기에 '유통기한 타이핑'이라는 노동까지 얹습니다.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45262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업계 리텐션 벤치마크 (Sendbird 외)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그래서, 셋만 남겼습니다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F9D7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⏱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3초 등록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7724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이름과 칸만 고르면 끝.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날짜 입력은 없습니다.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337560" y="164592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56616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F9D7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🗺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566160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하루 1회 확인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356616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먼저 챙길 재료,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최대 3개만 보여줍니다.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126480" y="1645920"/>
            <a:ext cx="251460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87452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7F9D7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👉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55080" y="2578608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제안</a:t>
            </a:r>
            <a:endParaRPr lang="en-US" sz="1750" dirty="0"/>
          </a:p>
        </p:txBody>
      </p:sp>
      <p:sp>
        <p:nvSpPr>
          <p:cNvPr id="18" name="Text 16"/>
          <p:cNvSpPr/>
          <p:nvPr/>
        </p:nvSpPr>
        <p:spPr>
          <a:xfrm>
            <a:off x="6355080" y="3063240"/>
            <a:ext cx="2103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경고 대신 선택지 —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먹기 · 냉동 · 손질.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4434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재고 관리를 강요하지 않는 것 — 그것이 UX 원칙입니다.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 1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297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유통기한, 몰라도 됩니다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구매일은 '오늘', 보관기간과 넣을 칸까지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품목에 따라 자동으로 채워집니다.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(식약처 소비기한 참고치 기반)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320040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입력할 날짜 </a:t>
            </a:r>
            <a:pPr indent="0" marL="0">
              <a:buNone/>
            </a:pPr>
            <a:r>
              <a:rPr lang="en-US" sz="2200" b="1" dirty="0">
                <a:solidFill>
                  <a:srgbClr val="14300A"/>
                </a:solidFill>
                <a:highlight>
                  <a:srgbClr val="5BD41E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0개 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40" y="384048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이름만 치면 기한도, 넣을 칸도 알아서 — '3초 등록'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914400"/>
            <a:ext cx="3566160" cy="36576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9050">
            <a:solidFill>
              <a:srgbClr val="E3EC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03520" y="1097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재료 추가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303520" y="1508760"/>
            <a:ext cx="3017520" cy="411480"/>
          </a:xfrm>
          <a:prstGeom prst="roundRect">
            <a:avLst>
              <a:gd name="adj" fmla="val 13333"/>
            </a:avLst>
          </a:prstGeom>
          <a:solidFill>
            <a:srgbClr val="F1F6EC"/>
          </a:solidFill>
          <a:ln/>
        </p:spPr>
      </p:sp>
      <p:sp>
        <p:nvSpPr>
          <p:cNvPr id="10" name="Text 8"/>
          <p:cNvSpPr/>
          <p:nvPr/>
        </p:nvSpPr>
        <p:spPr>
          <a:xfrm>
            <a:off x="5440680" y="150876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애호박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303520" y="2011680"/>
            <a:ext cx="3017520" cy="457200"/>
          </a:xfrm>
          <a:prstGeom prst="roundRect">
            <a:avLst>
              <a:gd name="adj" fmla="val 12000"/>
            </a:avLst>
          </a:prstGeom>
          <a:solidFill>
            <a:srgbClr val="E7F9D7"/>
          </a:solidFill>
          <a:ln/>
        </p:spPr>
      </p:sp>
      <p:sp>
        <p:nvSpPr>
          <p:cNvPr id="12" name="Text 10"/>
          <p:cNvSpPr/>
          <p:nvPr/>
        </p:nvSpPr>
        <p:spPr>
          <a:xfrm>
            <a:off x="5440680" y="20116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권장 7일 · 야채칸 추천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303520" y="2670048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F1F6EC"/>
          </a:solidFill>
          <a:ln/>
        </p:spPr>
      </p:sp>
      <p:sp>
        <p:nvSpPr>
          <p:cNvPr id="14" name="Text 12"/>
          <p:cNvSpPr/>
          <p:nvPr/>
        </p:nvSpPr>
        <p:spPr>
          <a:xfrm>
            <a:off x="5303520" y="267004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 1칸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336792" y="2670048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5BD41E"/>
          </a:solidFill>
          <a:ln/>
        </p:spPr>
      </p:sp>
      <p:sp>
        <p:nvSpPr>
          <p:cNvPr id="16" name="Text 14"/>
          <p:cNvSpPr/>
          <p:nvPr/>
        </p:nvSpPr>
        <p:spPr>
          <a:xfrm>
            <a:off x="6336792" y="267004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4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야채칸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370064" y="2670048"/>
            <a:ext cx="950976" cy="384048"/>
          </a:xfrm>
          <a:prstGeom prst="roundRect">
            <a:avLst>
              <a:gd name="adj" fmla="val 14286"/>
            </a:avLst>
          </a:prstGeom>
          <a:solidFill>
            <a:srgbClr val="F1F6EC"/>
          </a:solidFill>
          <a:ln/>
        </p:spPr>
      </p:sp>
      <p:sp>
        <p:nvSpPr>
          <p:cNvPr id="18" name="Text 16"/>
          <p:cNvSpPr/>
          <p:nvPr/>
        </p:nvSpPr>
        <p:spPr>
          <a:xfrm>
            <a:off x="7370064" y="2670048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문칸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528816" y="2414016"/>
            <a:ext cx="566928" cy="219456"/>
          </a:xfrm>
          <a:prstGeom prst="roundRect">
            <a:avLst>
              <a:gd name="adj" fmla="val 50000"/>
            </a:avLst>
          </a:prstGeom>
          <a:solidFill>
            <a:srgbClr val="EF4A25"/>
          </a:solidFill>
          <a:ln/>
        </p:spPr>
      </p:sp>
      <p:sp>
        <p:nvSpPr>
          <p:cNvPr id="20" name="Text 18"/>
          <p:cNvSpPr/>
          <p:nvPr/>
        </p:nvSpPr>
        <p:spPr>
          <a:xfrm>
            <a:off x="6528816" y="2414016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추천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5303520" y="321868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구매일 · 오늘 7월 23일 (자동)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03520" y="3657600"/>
            <a:ext cx="3017520" cy="502920"/>
          </a:xfrm>
          <a:prstGeom prst="roundRect">
            <a:avLst>
              <a:gd name="adj" fmla="val 12727"/>
            </a:avLst>
          </a:prstGeom>
          <a:solidFill>
            <a:srgbClr val="5BD41E"/>
          </a:solidFill>
          <a:ln/>
        </p:spPr>
      </p:sp>
      <p:sp>
        <p:nvSpPr>
          <p:cNvPr id="23" name="Text 21"/>
          <p:cNvSpPr/>
          <p:nvPr/>
        </p:nvSpPr>
        <p:spPr>
          <a:xfrm>
            <a:off x="5303520" y="365760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등록하기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548640"/>
            <a:ext cx="3794760" cy="4160520"/>
          </a:xfrm>
          <a:prstGeom prst="roundRect">
            <a:avLst>
              <a:gd name="adj" fmla="val 4337"/>
            </a:avLst>
          </a:prstGeom>
          <a:solidFill>
            <a:srgbClr val="F1F6EC"/>
          </a:solidFill>
          <a:ln w="25400">
            <a:solidFill>
              <a:srgbClr val="E3ECD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114800" y="1417320"/>
            <a:ext cx="82296" cy="1371600"/>
          </a:xfrm>
          <a:prstGeom prst="roundRect">
            <a:avLst>
              <a:gd name="adj" fmla="val 55556"/>
            </a:avLst>
          </a:prstGeom>
          <a:solidFill>
            <a:srgbClr val="E3ECDA"/>
          </a:solidFill>
          <a:ln/>
        </p:spPr>
      </p:sp>
      <p:sp>
        <p:nvSpPr>
          <p:cNvPr id="4" name="Text 2"/>
          <p:cNvSpPr/>
          <p:nvPr/>
        </p:nvSpPr>
        <p:spPr>
          <a:xfrm>
            <a:off x="713232" y="65836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냉장실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713232" y="960120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96112" y="960120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 1칸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13232" y="1618488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61848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 2칸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3090672" y="1755648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F4A25"/>
          </a:solidFill>
          <a:ln/>
        </p:spPr>
      </p:sp>
      <p:sp>
        <p:nvSpPr>
          <p:cNvPr id="10" name="Text 8"/>
          <p:cNvSpPr/>
          <p:nvPr/>
        </p:nvSpPr>
        <p:spPr>
          <a:xfrm>
            <a:off x="3090672" y="1755648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임박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13232" y="2276856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FFF4C2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96112" y="2276856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문칸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3232" y="2935224"/>
            <a:ext cx="3246120" cy="548640"/>
          </a:xfrm>
          <a:prstGeom prst="roundRect">
            <a:avLst>
              <a:gd name="adj" fmla="val 10000"/>
            </a:avLst>
          </a:prstGeom>
          <a:solidFill>
            <a:srgbClr val="E7F9D7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293522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야채칸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3090672" y="3072384"/>
            <a:ext cx="749808" cy="274320"/>
          </a:xfrm>
          <a:prstGeom prst="roundRect">
            <a:avLst>
              <a:gd name="adj" fmla="val 50000"/>
            </a:avLst>
          </a:prstGeom>
          <a:solidFill>
            <a:srgbClr val="EF4A25"/>
          </a:solidFill>
          <a:ln/>
        </p:spPr>
      </p:sp>
      <p:sp>
        <p:nvSpPr>
          <p:cNvPr id="16" name="Text 14"/>
          <p:cNvSpPr/>
          <p:nvPr/>
        </p:nvSpPr>
        <p:spPr>
          <a:xfrm>
            <a:off x="3090672" y="3072384"/>
            <a:ext cx="7498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임박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13232" y="3648456"/>
            <a:ext cx="3246120" cy="27432"/>
          </a:xfrm>
          <a:prstGeom prst="rect">
            <a:avLst/>
          </a:prstGeom>
          <a:solidFill>
            <a:srgbClr val="E3ECD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124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냉동실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713232" y="3968496"/>
            <a:ext cx="3246120" cy="603504"/>
          </a:xfrm>
          <a:prstGeom prst="roundRect">
            <a:avLst>
              <a:gd name="adj" fmla="val 9091"/>
            </a:avLst>
          </a:prstGeom>
          <a:solidFill>
            <a:srgbClr val="E7F9D7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968496"/>
            <a:ext cx="18288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냉동칸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2103120" y="4443984"/>
            <a:ext cx="502920" cy="45720"/>
          </a:xfrm>
          <a:prstGeom prst="roundRect">
            <a:avLst>
              <a:gd name="adj" fmla="val 60000"/>
            </a:avLst>
          </a:prstGeom>
          <a:solidFill>
            <a:srgbClr val="6D7A6F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 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663440" y="82296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목록이 아니라, 지도</a:t>
            </a:r>
            <a:endParaRPr lang="en-US" sz="2500" dirty="0"/>
          </a:p>
        </p:txBody>
      </p:sp>
      <p:sp>
        <p:nvSpPr>
          <p:cNvPr id="24" name="Text 22"/>
          <p:cNvSpPr/>
          <p:nvPr/>
        </p:nvSpPr>
        <p:spPr>
          <a:xfrm>
            <a:off x="4663440" y="1691640"/>
            <a:ext cx="3931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실물 냉장고와 같은 구조로 보여줍니다.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어느 칸을 열어야 하는지,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지도만 봐도 압니다.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663440" y="3246120"/>
            <a:ext cx="3931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임박 재료는 칸에 배지로 표시 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"어디 있지?"가 사라집니다.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특장점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알림이 아니라, 행동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9319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"D-1" 경고는 죄책감을 주고,</a:t>
            </a:r>
            <a:endParaRPr lang="en-US" sz="1450" dirty="0"/>
          </a:p>
          <a:p>
            <a:pPr indent="0" marL="0">
              <a:buNone/>
            </a:pPr>
            <a:r>
              <a:rPr lang="en-US" sz="14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선택지는 행동을 만듭니다.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548640" y="274320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기간이 지난 재료에게도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'버리기 전 상태 확인'이라는</a:t>
            </a:r>
            <a:endParaRPr lang="en-US" sz="1450" dirty="0"/>
          </a:p>
          <a:p>
            <a:pPr indent="0" marL="0">
              <a:buNone/>
            </a:pPr>
            <a:r>
              <a:rPr lang="en-US" sz="14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마지막 선택지를 줍니다.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4846320" y="1005840"/>
            <a:ext cx="3749040" cy="1691640"/>
          </a:xfrm>
          <a:prstGeom prst="roundRect">
            <a:avLst>
              <a:gd name="adj" fmla="val 5405"/>
            </a:avLst>
          </a:prstGeom>
          <a:solidFill>
            <a:srgbClr val="FFE4DB"/>
          </a:solidFill>
          <a:ln/>
        </p:spPr>
      </p:sp>
      <p:sp>
        <p:nvSpPr>
          <p:cNvPr id="7" name="Text 5"/>
          <p:cNvSpPr/>
          <p:nvPr/>
        </p:nvSpPr>
        <p:spPr>
          <a:xfrm>
            <a:off x="5074920" y="11887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애호박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216152"/>
            <a:ext cx="777240" cy="310896"/>
          </a:xfrm>
          <a:prstGeom prst="roundRect">
            <a:avLst>
              <a:gd name="adj" fmla="val 4705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6035040" y="1216152"/>
            <a:ext cx="777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야채칸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772400" y="1216152"/>
            <a:ext cx="594360" cy="310896"/>
          </a:xfrm>
          <a:prstGeom prst="roundRect">
            <a:avLst>
              <a:gd name="adj" fmla="val 47059"/>
            </a:avLst>
          </a:prstGeom>
          <a:solidFill>
            <a:srgbClr val="EF4A25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0" y="1216152"/>
            <a:ext cx="594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D-1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74920" y="205740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5BD41E"/>
          </a:solidFill>
          <a:ln/>
        </p:spPr>
      </p:sp>
      <p:sp>
        <p:nvSpPr>
          <p:cNvPr id="13" name="Text 11"/>
          <p:cNvSpPr/>
          <p:nvPr/>
        </p:nvSpPr>
        <p:spPr>
          <a:xfrm>
            <a:off x="507492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4300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먹기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205740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1792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냉동하기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360920" y="2057400"/>
            <a:ext cx="10515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360920" y="205740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손질하기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846320" y="2971800"/>
            <a:ext cx="374904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74920" y="3127248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대파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highlight>
                  <a:srgbClr val="EF4A25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+2일 지남 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074920" y="3611880"/>
            <a:ext cx="329184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9050">
            <a:solidFill>
              <a:srgbClr val="EF4A2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74920" y="36118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A2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버리기 전 상태 확인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MARKET TIMING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'임박 할인 시대'와 맞물립니다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70%</a:t>
            </a:r>
            <a:endParaRPr lang="en-US" sz="5400" dirty="0"/>
          </a:p>
        </p:txBody>
      </p:sp>
      <p:sp>
        <p:nvSpPr>
          <p:cNvPr id="5" name="Text 3"/>
          <p:cNvSpPr/>
          <p:nvPr/>
        </p:nvSpPr>
        <p:spPr>
          <a:xfrm>
            <a:off x="54864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2030 편의점 마감할인 구매율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1691640"/>
            <a:ext cx="3291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5.3배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4754880" y="265176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GS25 마감할인 매출 증가 (1년)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37560"/>
            <a:ext cx="8046720" cy="777240"/>
          </a:xfrm>
          <a:prstGeom prst="roundRect">
            <a:avLst>
              <a:gd name="adj" fmla="val 10588"/>
            </a:avLst>
          </a:prstGeom>
          <a:solidFill>
            <a:srgbClr val="E7F9D7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337560"/>
            <a:ext cx="7498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싸게 사도 못 먹으면 '30% 할인'이 아니라 '100% 손실' — 할인 구매의 성공 조건이 곧 기한 관리입니다.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48640" y="434340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출처: 뉴스1(2030 구매율) · 머니투데이(GS25) — 마감할인 태그로 임박 상품을 우선 관리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폐기를 줄일수록 성장하는 모델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88620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무료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폐기 예방의 핵심 전부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냉장고 지도 · 행동 제안 · 영수증 등록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645920"/>
            <a:ext cx="3886200" cy="2240280"/>
          </a:xfrm>
          <a:prstGeom prst="roundRect">
            <a:avLst>
              <a:gd name="adj" fmla="val 4082"/>
            </a:avLst>
          </a:prstGeom>
          <a:solidFill>
            <a:srgbClr val="E7F9D7"/>
          </a:solidFill>
          <a:ln w="19050">
            <a:solidFill>
              <a:srgbClr val="5BD41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83480" y="182880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프리미엄 (주력)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983480" y="233172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다중 냉장고 · 가족 공유 · 소비 통계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+ 보조: 제휴 수수료 · 맥락형 광고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416052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신뢰 원칙 — 스폰서 상품이라도 임박 우선순위를 바꾸지 않습니다. 안전 판단과 광고는 분리.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E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82296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작게는 식비, 크게는 지구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7724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식비 절감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결정 피로 · 죄책감 ↓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06324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D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33756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E3ECD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6616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가구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356616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기억이 아니라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데이터로 장보는 습관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5852160" y="2468880"/>
            <a:ext cx="274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5BD41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126480" y="1691640"/>
            <a:ext cx="2514600" cy="2103120"/>
          </a:xfrm>
          <a:prstGeom prst="roundRect">
            <a:avLst>
              <a:gd name="adj" fmla="val 4348"/>
            </a:avLst>
          </a:prstGeom>
          <a:solidFill>
            <a:srgbClr val="E7F9D7"/>
          </a:solidFill>
          <a:ln w="19050">
            <a:solidFill>
              <a:srgbClr val="5BD41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92024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2F9E1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 · 환경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6355080" y="2468880"/>
            <a:ext cx="21031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음식물쓰레기 연 500만 톤+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17251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상류에서의 개입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40690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D7A6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가정 폐기 감소는 처리 비용과 온실가스를 줄이는 상류(upstream) 개입 — 환경부 통계 기준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626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37160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오늘, 냉장고에서
</a:t>
            </a:r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4300A"/>
                </a:solidFill>
                <a:highlight>
                  <a:srgbClr val="5BD41E"/>
                </a:highlight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이것부터. 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548640" y="320040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8E8C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데모  stkd9w57jm-oss.github.io/igeomeonjeo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548640" y="370332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FA08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코드 · 기획안 · 와이어프레임  github.com/stkd9w57jm-oss/igeomeonjeo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7406640" y="4480560"/>
            <a:ext cx="1188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이거먼저 🥬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2026-07-24T05:44:02Z</dcterms:created>
  <dcterms:modified xsi:type="dcterms:W3CDTF">2026-07-24T05:44:02Z</dcterms:modified>
</cp:coreProperties>
</file>